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308" y="-22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A7DD9BAF-BFBB-4C84-A932-CFF4CCB1FE85}" type="datetimeFigureOut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0C4443A6-F830-487F-AAA8-04A144E462B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ONLINE EXPENCES TRACKER SYSTEM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EXBOT</a:t>
            </a:r>
            <a:endParaRPr lang="en-US" dirty="0"/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Title Page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Project Title:</a:t>
            </a:r>
            <a:r>
              <a:rPr lang="en-US" dirty="0" smtClean="0"/>
              <a:t> </a:t>
            </a:r>
            <a:r>
              <a:rPr lang="en-US" dirty="0" err="1" smtClean="0"/>
              <a:t>ExBot</a:t>
            </a:r>
            <a:endParaRPr lang="en-US" dirty="0" smtClean="0"/>
          </a:p>
          <a:p>
            <a:r>
              <a:rPr lang="en-US" b="1" dirty="0" smtClean="0"/>
              <a:t>Subtitle</a:t>
            </a:r>
            <a:r>
              <a:rPr lang="en-US" b="1" dirty="0" smtClean="0"/>
              <a:t>:</a:t>
            </a:r>
            <a:r>
              <a:rPr lang="en-US" dirty="0" smtClean="0"/>
              <a:t> An Intelligent Online Expense Tracker </a:t>
            </a:r>
            <a:r>
              <a:rPr lang="en-US" dirty="0" smtClean="0"/>
              <a:t>System</a:t>
            </a:r>
          </a:p>
          <a:p>
            <a:r>
              <a:rPr lang="en-US" b="1" dirty="0" smtClean="0"/>
              <a:t>Presented </a:t>
            </a:r>
            <a:r>
              <a:rPr lang="en-US" b="1" dirty="0" smtClean="0"/>
              <a:t>By:</a:t>
            </a:r>
            <a:r>
              <a:rPr lang="en-US" dirty="0" smtClean="0"/>
              <a:t> </a:t>
            </a:r>
            <a:r>
              <a:rPr lang="en-US" dirty="0" err="1" smtClean="0"/>
              <a:t>Gondaliya</a:t>
            </a:r>
            <a:r>
              <a:rPr lang="en-US" dirty="0" smtClean="0"/>
              <a:t> </a:t>
            </a:r>
            <a:r>
              <a:rPr lang="en-US" dirty="0" err="1" smtClean="0"/>
              <a:t>Abhay</a:t>
            </a:r>
            <a:r>
              <a:rPr lang="en-US" dirty="0" smtClean="0"/>
              <a:t> 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Guided </a:t>
            </a:r>
            <a:r>
              <a:rPr lang="en-US" b="1" dirty="0" smtClean="0"/>
              <a:t>By:</a:t>
            </a:r>
            <a:r>
              <a:rPr lang="en-US" dirty="0" smtClean="0"/>
              <a:t> </a:t>
            </a:r>
            <a:r>
              <a:rPr lang="en-US" dirty="0" err="1" smtClean="0"/>
              <a:t>Baldha</a:t>
            </a:r>
            <a:r>
              <a:rPr lang="en-US" dirty="0" smtClean="0"/>
              <a:t> </a:t>
            </a:r>
            <a:r>
              <a:rPr lang="en-US" dirty="0" err="1" smtClean="0"/>
              <a:t>Vipul</a:t>
            </a:r>
            <a:endParaRPr lang="en-US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System Overview:</a:t>
            </a:r>
            <a:r>
              <a:rPr lang="en-US" dirty="0" smtClean="0"/>
              <a:t> </a:t>
            </a:r>
            <a:r>
              <a:rPr lang="en-US" dirty="0" err="1" smtClean="0"/>
              <a:t>ExBot</a:t>
            </a:r>
            <a:r>
              <a:rPr lang="en-US" dirty="0" smtClean="0"/>
              <a:t> is a web platform built to record, monitor, and manage everyday individual income and cash flow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Automation </a:t>
            </a:r>
            <a:r>
              <a:rPr lang="en-US" b="1" dirty="0" smtClean="0"/>
              <a:t>Framework:</a:t>
            </a:r>
            <a:r>
              <a:rPr lang="en-US" dirty="0" smtClean="0"/>
              <a:t> It instantly categorizes manual financial updates into visual analytics to avoid end-of-month budget </a:t>
            </a:r>
            <a:r>
              <a:rPr lang="en-US" dirty="0" err="1" smtClean="0"/>
              <a:t>blindspots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Primary </a:t>
            </a:r>
            <a:r>
              <a:rPr lang="en-US" b="1" dirty="0" smtClean="0"/>
              <a:t>Demographic:</a:t>
            </a:r>
            <a:r>
              <a:rPr lang="en-US" dirty="0" smtClean="0"/>
              <a:t> Intended for retail users, university students, and small trade shops seeking quick asset logging.</a:t>
            </a:r>
            <a:endParaRPr lang="en-US" dirty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Definition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Fragmented Records:</a:t>
            </a:r>
            <a:r>
              <a:rPr lang="en-US" dirty="0" smtClean="0"/>
              <a:t> Users rely on paper logs, standalone device notes, or rigid spreadsheets that suffer from human errors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Absence </a:t>
            </a:r>
            <a:r>
              <a:rPr lang="en-US" b="1" dirty="0" smtClean="0"/>
              <a:t>of Analytics:</a:t>
            </a:r>
            <a:r>
              <a:rPr lang="en-US" dirty="0" smtClean="0"/>
              <a:t> Disorganized text lists make it difficult to visualize patterns or notice hidden spending leaks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Belated </a:t>
            </a:r>
            <a:r>
              <a:rPr lang="en-US" b="1" dirty="0" smtClean="0"/>
              <a:t>Tracking:</a:t>
            </a:r>
            <a:r>
              <a:rPr lang="en-US" dirty="0" smtClean="0"/>
              <a:t> Users typically recognize overspending events only </a:t>
            </a:r>
            <a:r>
              <a:rPr lang="en-US" i="1" dirty="0" smtClean="0"/>
              <a:t>after</a:t>
            </a:r>
            <a:r>
              <a:rPr lang="en-US" dirty="0" smtClean="0"/>
              <a:t> financial depletion, without real-time safeguards.</a:t>
            </a:r>
            <a:endParaRPr lang="en-US" dirty="0"/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 of Project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Unified Digital Ledger:</a:t>
            </a:r>
            <a:r>
              <a:rPr lang="en-US" dirty="0" smtClean="0"/>
              <a:t> Provide an accessible dashboard with seamless CRUD operations to securely track cash inflows and outtakes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Data </a:t>
            </a:r>
            <a:r>
              <a:rPr lang="en-US" b="1" dirty="0" smtClean="0"/>
              <a:t>Visualization:</a:t>
            </a:r>
            <a:r>
              <a:rPr lang="en-US" dirty="0" smtClean="0"/>
              <a:t> Incorporate immediate chart components (pie charts, line graphs) to map spending distributions automatically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Proactive </a:t>
            </a:r>
            <a:r>
              <a:rPr lang="en-US" b="1" dirty="0" smtClean="0"/>
              <a:t>Warnings:</a:t>
            </a:r>
            <a:r>
              <a:rPr lang="en-US" dirty="0" smtClean="0"/>
              <a:t> Enable users to set monthly budgetary caps that notify accounts prior to crossing dangerous expense thresholds.</a:t>
            </a:r>
            <a:endParaRPr lang="en-US" dirty="0"/>
          </a:p>
        </p:txBody>
      </p:sp>
    </p:spTree>
  </p:cSld>
  <p:clrMapOvr>
    <a:masterClrMapping/>
  </p:clrMapOvr>
  <p:transition>
    <p:wedg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Analysis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Feasibility Matrix:</a:t>
            </a:r>
            <a:r>
              <a:rPr lang="en-US" dirty="0" smtClean="0"/>
              <a:t> Evaluates system runtime viability through Technical (MERN or LAMP architecture), Operational (low learning curve), and Economic (minimal hosting costs) </a:t>
            </a:r>
            <a:r>
              <a:rPr lang="en-US" dirty="0" err="1" smtClean="0"/>
              <a:t>criteria.</a:t>
            </a:r>
            <a:r>
              <a:rPr lang="en-US" b="1" dirty="0" err="1" smtClean="0"/>
              <a:t>Functional</a:t>
            </a:r>
            <a:r>
              <a:rPr lang="en-US" b="1" dirty="0" smtClean="0"/>
              <a:t> Breakdown:</a:t>
            </a:r>
            <a:r>
              <a:rPr lang="en-US" dirty="0" smtClean="0"/>
              <a:t> Segregates application components into distinct boundaries: Authentication, Ledger Records, and Graph </a:t>
            </a:r>
            <a:r>
              <a:rPr lang="en-US" dirty="0" err="1" smtClean="0"/>
              <a:t>Generators.</a:t>
            </a:r>
            <a:r>
              <a:rPr lang="en-US" b="1" dirty="0" err="1" smtClean="0"/>
              <a:t>Workflow</a:t>
            </a:r>
            <a:r>
              <a:rPr lang="en-US" b="1" dirty="0" smtClean="0"/>
              <a:t> Design:</a:t>
            </a:r>
            <a:r>
              <a:rPr lang="en-US" dirty="0" smtClean="0"/>
              <a:t> Optimizes system user experience paths, ensuring a transaction entry takes fewer than three intuitive button actions.</a:t>
            </a:r>
            <a:endParaRPr lang="en-US" dirty="0"/>
          </a:p>
        </p:txBody>
      </p:sp>
    </p:spTree>
  </p:cSld>
  <p:clrMapOvr>
    <a:masterClrMapping/>
  </p:clrMapOvr>
  <p:transition>
    <p:pull dir="d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Requirement Gathering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User Perspectives:</a:t>
            </a:r>
            <a:r>
              <a:rPr lang="en-US" dirty="0" smtClean="0"/>
              <a:t> Interviewed standard consumers to target common friction points encountered during regular budget management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Artifact </a:t>
            </a:r>
            <a:r>
              <a:rPr lang="en-US" b="1" dirty="0" smtClean="0"/>
              <a:t>Study:</a:t>
            </a:r>
            <a:r>
              <a:rPr lang="en-US" dirty="0" smtClean="0"/>
              <a:t> Examined physical cash registers, ledger balance sheets, and bank statements to structure practical database attributes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Usability </a:t>
            </a:r>
            <a:r>
              <a:rPr lang="en-US" b="1" dirty="0" smtClean="0"/>
              <a:t>Audit:</a:t>
            </a:r>
            <a:r>
              <a:rPr lang="en-US" dirty="0" smtClean="0"/>
              <a:t> Pinpointed and removed redundant parameters seen in elaborate accounting software to build a minimal interface.</a:t>
            </a:r>
            <a:endParaRPr lang="en-US" dirty="0"/>
          </a:p>
        </p:txBody>
      </p:sp>
    </p:spTree>
  </p:cSld>
  <p:clrMapOvr>
    <a:masterClrMapping/>
  </p:clrMapOvr>
  <p:transition>
    <p:pull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2064"/>
            <a:ext cx="7772400" cy="1260752"/>
          </a:xfrm>
        </p:spPr>
        <p:txBody>
          <a:bodyPr>
            <a:normAutofit/>
          </a:bodyPr>
          <a:lstStyle/>
          <a:p>
            <a:r>
              <a:rPr lang="en-US" dirty="0" smtClean="0"/>
              <a:t>Software </a:t>
            </a:r>
            <a:r>
              <a:rPr lang="en-US" dirty="0" smtClean="0"/>
              <a:t>Specification (Functional Requirements)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Profile Registry:</a:t>
            </a:r>
            <a:r>
              <a:rPr lang="en-US" dirty="0" smtClean="0"/>
              <a:t> Supports user creation, custom login validations, and encrypted password </a:t>
            </a:r>
            <a:r>
              <a:rPr lang="en-US" dirty="0" err="1" smtClean="0"/>
              <a:t>profiles.</a:t>
            </a:r>
            <a:r>
              <a:rPr lang="en-US" b="1" dirty="0" err="1" smtClean="0"/>
              <a:t>Transaction</a:t>
            </a:r>
            <a:r>
              <a:rPr lang="en-US" b="1" dirty="0" smtClean="0"/>
              <a:t> Controls:</a:t>
            </a:r>
            <a:r>
              <a:rPr lang="en-US" dirty="0" smtClean="0"/>
              <a:t> Implements active inputs to write, filter, adjust, or erase monetary transactions </a:t>
            </a:r>
            <a:r>
              <a:rPr lang="en-US" dirty="0" err="1" smtClean="0"/>
              <a:t>smoothly.</a:t>
            </a:r>
            <a:r>
              <a:rPr lang="en-US" b="1" dirty="0" err="1" smtClean="0"/>
              <a:t>Threshold</a:t>
            </a:r>
            <a:r>
              <a:rPr lang="en-US" b="1" dirty="0" smtClean="0"/>
              <a:t> Trackers:</a:t>
            </a:r>
            <a:r>
              <a:rPr lang="en-US" dirty="0" smtClean="0"/>
              <a:t> Tracks real-time balances and compares values dynamically against user-defined safety targets.</a:t>
            </a:r>
            <a:endParaRPr lang="en-US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Software Specification (Non-Functional Requirements)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Data Protection:</a:t>
            </a:r>
            <a:r>
              <a:rPr lang="en-US" dirty="0" smtClean="0"/>
              <a:t> Features robust authentication tokens and prevents common database vulnerabilities like SQL injections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Uptime </a:t>
            </a:r>
            <a:r>
              <a:rPr lang="en-US" b="1" dirty="0" smtClean="0"/>
              <a:t>Availability:</a:t>
            </a:r>
            <a:r>
              <a:rPr lang="en-US" dirty="0" smtClean="0"/>
              <a:t> Employs reliable cloud databases to ensure personal asset ledgers remain accessible across devices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UI </a:t>
            </a:r>
            <a:r>
              <a:rPr lang="en-US" b="1" dirty="0" smtClean="0"/>
              <a:t>Fluidity:</a:t>
            </a:r>
            <a:r>
              <a:rPr lang="en-US" dirty="0" smtClean="0"/>
              <a:t> Implements lightweight layout elements to render tables and visual graphs within one second on mobile devices.</a:t>
            </a:r>
            <a:endParaRPr lang="en-US" dirty="0"/>
          </a:p>
        </p:txBody>
      </p:sp>
    </p:spTree>
  </p:cSld>
  <p:clrMapOvr>
    <a:masterClrMapping/>
  </p:clrMapOvr>
  <p:transition>
    <p:pull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 &amp; Q&amp;A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b="1" dirty="0" smtClean="0"/>
              <a:t>Summary:</a:t>
            </a:r>
            <a:r>
              <a:rPr lang="en-US" dirty="0" smtClean="0"/>
              <a:t> </a:t>
            </a:r>
            <a:r>
              <a:rPr lang="en-US" dirty="0" err="1" smtClean="0"/>
              <a:t>ExBot</a:t>
            </a:r>
            <a:r>
              <a:rPr lang="en-US" dirty="0" smtClean="0"/>
              <a:t> bridges the gap between chaotic tracking habits and reliable financial awareness through daily automated updates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Closing</a:t>
            </a:r>
            <a:r>
              <a:rPr lang="en-US" b="1" dirty="0" smtClean="0"/>
              <a:t>:</a:t>
            </a:r>
            <a:r>
              <a:rPr lang="en-US" dirty="0" smtClean="0"/>
              <a:t> Thank you for your </a:t>
            </a:r>
            <a:r>
              <a:rPr lang="en-US" dirty="0" smtClean="0"/>
              <a:t>time.</a:t>
            </a:r>
            <a:endParaRPr lang="en-US" dirty="0"/>
          </a:p>
        </p:txBody>
      </p:sp>
    </p:spTree>
  </p:cSld>
  <p:clrMapOvr>
    <a:masterClrMapping/>
  </p:clrMapOvr>
  <p:transition>
    <p:pull dir="ld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</TotalTime>
  <Words>484</Words>
  <Application>Microsoft Office PowerPoint</Application>
  <PresentationFormat>On-screen Show (4:3)</PresentationFormat>
  <Paragraphs>34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Oriel</vt:lpstr>
      <vt:lpstr>ONLINE EXPENCES TRACKER SYSTEM</vt:lpstr>
      <vt:lpstr>Title Page</vt:lpstr>
      <vt:lpstr>Introduction</vt:lpstr>
      <vt:lpstr>Problem Definition</vt:lpstr>
      <vt:lpstr>Objective of Project</vt:lpstr>
      <vt:lpstr>System Analysis</vt:lpstr>
      <vt:lpstr>Requirement Gathering</vt:lpstr>
      <vt:lpstr>Software Specification (Functional Requirements)</vt:lpstr>
      <vt:lpstr>Software Specification (Non-Functional Requirements)</vt:lpstr>
      <vt:lpstr>Conclusion &amp; Q&amp;A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EXPENCES TRACKER SYSTEM</dc:title>
  <dc:creator>KSC61</dc:creator>
  <cp:lastModifiedBy>KSC61</cp:lastModifiedBy>
  <cp:revision>4</cp:revision>
  <dcterms:created xsi:type="dcterms:W3CDTF">2026-07-11T06:47:26Z</dcterms:created>
  <dcterms:modified xsi:type="dcterms:W3CDTF">2026-07-11T06:59:34Z</dcterms:modified>
</cp:coreProperties>
</file>